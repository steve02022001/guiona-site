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Integration Salesforce</a:t>
            </a:r>
          </a:p>
          <a:p>
            <a:pPr algn="ctr">
              <a:spcBef>
                <a:spcPts val="1600"/>
              </a:spcBef>
              <a:defRPr sz="1600">
                <a:solidFill>
                  <a:srgbClr val="B87333"/>
                </a:solidFill>
              </a:defRPr>
            </a:pPr>
            <a:r>
              <a:t>Documentation technique - Formulaire de devis Guiona / KparK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1. Architecture generale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Le formulaire de devis (devis.html) envoie les donnees via une API serverless Vercel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L'API cree un enregistrement Import__c dans Salesforce (sandbox Kube3)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Les automations Salesforce creent ensuite automatiquement :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Compte (Person Account)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Chantier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Projet (Opportunity)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Flux : Formulaire &gt; Vercel (api/devis.js) &gt; Salesforce Import__c &gt; Automations SF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Hebergement : Vercel (deploiement auto depuis branche main GitHub)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2. Fichiers concernes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api/devis.js - Fonction serverless Vercel (backend)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devis.html - Formulaire front-end en 3 etapes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technologie-pvc.html - Lien CTA header corrige vers devis.html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inspirations.html - Lien CTA header corrige vers devis.html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3. Formulaire de devis (3 etapes)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Etape 1 - Type d'ouverture (multi-selection)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Fenetre, Porte-fenetre, Baie vitree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Etape 2 - Situation (choix unique)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Proprietaire, Locataire, Promoteur/Architecte, Entreprise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Etape 3 - Coordonnees du client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Civilite, Prenom, Nom, Telephone, Email, Adresse, Code postal, Ville, Message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Autocomplete adresse :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API gouvernementale api-adresse.data.gouv.fr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Remplit automatiquement Code postal et Ville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Validation cote client : Prenom, Nom, Telephone, Email obligatoires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4. Mapping Formulaire &gt; Salesforce (Import__c)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772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Champ formulaire</a:t>
                      </a:r>
                    </a:p>
                  </a:txBody>
                  <a:tcPr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Champ Salesforce</a:t>
                      </a:r>
                    </a:p>
                  </a:txBody>
                  <a:tcPr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B87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Nom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nomCompte__c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Texte(80)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Prenom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prenomCompte__c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Texte(40)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Civilite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civiliteCompte__c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Liste de selection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emailCompte__c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E-mail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Telephone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telephoneMobileCompte__c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Telephone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Adresse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adresseGeolocalisation__c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Texte(255)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Code postal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codePostalCompte__c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Texte(20)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Ville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villeCompte__c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Texte(40)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Message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Description__c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A confirmer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(fixe)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nomFichierSource__c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formulaire_site_kpark.fr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(fixe)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source__c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44 - Formulaire site KparK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(fixe)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Source_web__c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44 - Formulaire site KparK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5. Mapping Ouvertures &gt; Champs quantite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7772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Selection formulaire</a:t>
                      </a:r>
                    </a:p>
                  </a:txBody>
                  <a:tcPr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Champ Salesforce</a:t>
                      </a:r>
                    </a:p>
                  </a:txBody>
                  <a:tcPr>
                    <a:solidFill>
                      <a:srgbClr val="B873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B873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Fenetre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quantiteFenetre__c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Porte-fenetre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quantitePorteFenetre__c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Baie vitree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quantiteCoulissant__c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F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2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6. Authentification Salesforce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Flux OAuth 2.0 Client Credentials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URL : {SF_LOGIN_URL}/services/oauth2/token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Variables d'environnement (configurees dans Vercel) :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SF_LOGIN_URL &gt; https://kpark--kube3.sandbox.my.salesforce.com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SF_CLIENT_ID &gt; Client ID de l'External Client App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SF_CLIENT_SECRET &gt; Client Secret de l'External Client App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L'auth renvoie un access_token et une instance_url pour les appels API REST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API Salesforce utilisee : REST API v59.0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7. Flux d'execution complet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1. L'utilisateur remplit le formulaire et clique 'Envoyer'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2. Validation cote client (prenom, nom, email, telephone)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3. POST vers /api/devis avec les donnees JSON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4. Le backend s'authentifie aupres de Salesforce (OAuth)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5. Construction du payload Import__c avec mapping des champs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6. Creation de l'enregistrement via API REST Salesforce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7. Si succes &gt; confirmation affichee a l'utilisateur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8. Si erreur &gt; message d'erreur + details dans la console Vercel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Cote Salesforce : les automations creent Compte + Chantier + Projet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8. Deploiement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Hebergement : Vercel (deploiement automatique)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Repo GitHub : Steve02022001/guiona-site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Branche de production : main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Workflow :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1. Code modifie sur une branche feature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2. Push vers GitHub + creation Pull Request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3. Merge de la PR dans main</a:t>
            </a:r>
          </a:p>
          <a:p>
            <a:pPr>
              <a:spcAft>
                <a:spcPts val="400"/>
              </a:spcAft>
              <a:defRPr sz="1200">
                <a:solidFill>
                  <a:srgbClr val="6E6E73"/>
                </a:solidFill>
              </a:defRPr>
            </a:pPr>
            <a:r>
              <a:t>    4. Vercel detecte le push et deploie (~1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9. Points d'attention / A faire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Sectorisation : configurer pour rattacher les chantiers aux bonnes entites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Champ Description__c : verifier qu'il existe sur Import__c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Valeurs picklist civilite : verifier que Mme. et M. sont valides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Valeur picklist source : verifier 44 - Formulaire site KparK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Mapping baie vitree : confirmer que quantiteCoulissant__c est correct</a:t>
            </a:r>
          </a:p>
          <a:p>
            <a:pPr>
              <a:spcAft>
                <a:spcPts val="800"/>
              </a:spcAft>
              <a:defRPr sz="1400">
                <a:solidFill>
                  <a:srgbClr val="0F1F3D"/>
                </a:solidFill>
              </a:defRPr>
            </a:pPr>
            <a:r>
              <a:t>Nettoyage : supprimer les comptes de test crees pendant le developpement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